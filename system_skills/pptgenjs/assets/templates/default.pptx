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08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43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91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894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06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758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375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0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21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578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46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543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2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50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CC0213F-1FDA-4B55-9E95-D83C23D0F77E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389EA7D-064B-407D-84BE-504F7872C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788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51DAC1-3487-1956-0A5C-E757B99AC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1F357E-6C30-A03B-1260-5B0B12B67C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31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B4568B-A602-1BFF-3AD5-B287C89D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AE3136-A55A-F055-82A1-943521759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458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至理名言">
  <a:themeElements>
    <a:clrScheme name="至理名言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至理名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至理名言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TM03457503[[fn=至理名言]]</Template>
  <TotalTime>1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Century Gothic</vt:lpstr>
      <vt:lpstr>Wingdings 2</vt:lpstr>
      <vt:lpstr>至理名言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君壁 張</dc:creator>
  <cp:lastModifiedBy>君壁 張</cp:lastModifiedBy>
  <cp:revision>1</cp:revision>
  <dcterms:created xsi:type="dcterms:W3CDTF">2026-05-08T01:14:36Z</dcterms:created>
  <dcterms:modified xsi:type="dcterms:W3CDTF">2026-05-08T01:16:18Z</dcterms:modified>
</cp:coreProperties>
</file>